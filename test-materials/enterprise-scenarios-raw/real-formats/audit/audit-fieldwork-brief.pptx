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行政采购专项审计汇报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600200"/>
            <a:ext cx="7315200" cy="3500000"/>
          </a:xfrm>
        </p:spPr>
        <p:txBody>
          <a:bodyPr/>
          <a:lstStyle/>
          <a:p>
            <a:r>
              <a:rPr lang="zh-CN" sz="2200"/>
              <a:t>审批补签发生在合同流转之后</a:t>
            </a:r>
          </a:p>
          <a:p>
            <a:r>
              <a:rPr lang="zh-CN" sz="2200"/>
              <a:t>付款账户与合同附件不一致</a:t>
            </a:r>
          </a:p>
          <a:p>
            <a:r>
              <a:rPr lang="zh-CN" sz="2200"/>
              <a:t>验收数量不符但付款流程已启动</a:t>
            </a:r>
          </a:p>
        </p:txBody>
      </p:sp>
    </p:spTree>
  </p:cSld>
  <p:clrMapOvr>
    <a:masterClrMapping/>
  </p:clrMapOvr>
</p:sld>
</file>