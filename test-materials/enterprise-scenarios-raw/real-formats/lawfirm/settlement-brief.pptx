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51435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800000"/>
          </a:xfrm>
        </p:spPr>
        <p:txBody>
          <a:bodyPr/>
          <a:lstStyle/>
          <a:p>
            <a:r>
              <a:rPr lang="zh-CN" sz="3600" b="1"/>
              <a:t>蓝湾案调解简报</a:t>
            </a:r>
          </a:p>
        </p:txBody>
      </p:sp>
      <p:sp>
        <p:nvSpPr>
          <p:cNvPr id="3" name="Content"/>
          <p:cNvSpPr/>
          <p:nvPr/>
        </p:nvSpPr>
        <p:spPr>
          <a:xfrm>
            <a:off x="914400" y="1600200"/>
            <a:ext cx="7315200" cy="3500000"/>
          </a:xfrm>
        </p:spPr>
        <p:txBody>
          <a:bodyPr/>
          <a:lstStyle/>
          <a:p>
            <a:r>
              <a:rPr lang="zh-CN" sz="2200"/>
              <a:t>第一批设备四月底前交付</a:t>
            </a:r>
          </a:p>
          <a:p>
            <a:r>
              <a:rPr lang="zh-CN" sz="2200"/>
              <a:t>违约金可适当让步但不得低于底线</a:t>
            </a:r>
          </a:p>
          <a:p>
            <a:r>
              <a:rPr lang="zh-CN" sz="2200"/>
              <a:t>质量索赔权利不放弃</a:t>
            </a:r>
          </a:p>
        </p:txBody>
      </p:sp>
    </p:spTree>
  </p:cSld>
  <p:clrMapOvr>
    <a:masterClrMapping/>
  </p:clrMapOvr>
</p:sld>
</file>