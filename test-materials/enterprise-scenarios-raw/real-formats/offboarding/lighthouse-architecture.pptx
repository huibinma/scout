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Lighthouse 项目架构设计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600200"/>
            <a:ext cx="7315200" cy="3500000"/>
          </a:xfrm>
        </p:spPr>
        <p:txBody>
          <a:bodyPr/>
          <a:lstStyle/>
          <a:p>
            <a:r>
              <a:rPr lang="zh-CN" sz="2200"/>
              <a:t>数据采集服务同步脱敏指标</a:t>
            </a:r>
          </a:p>
          <a:p>
            <a:r>
              <a:rPr lang="zh-CN" sz="2200"/>
              <a:t>指标计算服务每天凌晨计算 T-1 数据</a:t>
            </a:r>
          </a:p>
          <a:p>
            <a:r>
              <a:rPr lang="zh-CN" sz="2200"/>
              <a:t>报表前端只读取聚合结果</a:t>
            </a:r>
          </a:p>
        </p:txBody>
      </p:sp>
    </p:spTree>
  </p:cSld>
  <p:clrMapOvr>
    <a:masterClrMapping/>
  </p:clrMapOvr>
</p:sld>
</file>